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BM Plex Sans" panose="020F0502020204030204" pitchFamily="34" charset="0"/>
      <p:regular r:id="rId13"/>
    </p:embeddedFont>
    <p:embeddedFont>
      <p:font typeface="IBM Plex Sans Bold" panose="020B0604020202020204" charset="0"/>
      <p:regular r:id="rId14"/>
    </p:embeddedFont>
    <p:embeddedFont>
      <p:font typeface="IBM Plex Sans SemiBold" panose="020F0502020204030204" pitchFamily="34" charset="0"/>
      <p:regular r:id="rId15"/>
    </p:embeddedFont>
    <p:embeddedFont>
      <p:font typeface="Sora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008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2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2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83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736600"/>
            <a:ext cx="6349841" cy="4572000"/>
          </a:xfrm>
          <a:prstGeom prst="roundRect">
            <a:avLst>
              <a:gd name="adj" fmla="val 5333"/>
            </a:avLst>
          </a:prstGeom>
          <a:solidFill>
            <a:srgbClr val="083C35"/>
          </a:solidFill>
          <a:ln/>
          <a:effectLst>
            <a:outerShdw blurRad="354330" dist="125730" dir="5400000" algn="bl" rotWithShape="0">
              <a:srgbClr val="083C35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68371" y="1177480"/>
            <a:ext cx="5994250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68371" y="1651099"/>
            <a:ext cx="538466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b="1" kern="100" spc="-18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EcoTrack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68371" y="2723424"/>
            <a:ext cx="5384665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Environmental activity tracking and carbon footprint awareness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68371" y="3552805"/>
            <a:ext cx="5384665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Track your habits.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Understand your impact.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68371" y="4480953"/>
            <a:ext cx="5994250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EcoTrack Group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4041079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 · THE NEED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3583890" cy="2288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Everyday actions need clearer environmental awareness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189" y="4745038"/>
            <a:ext cx="3583890" cy="1655763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5" name="Text 3"/>
          <p:cNvSpPr/>
          <p:nvPr/>
        </p:nvSpPr>
        <p:spPr>
          <a:xfrm>
            <a:off x="634984" y="4879658"/>
            <a:ext cx="3228299" cy="1401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One experience connects activity, footprint awareness, and personal reflection.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545" y="457188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60229" y="467487"/>
            <a:ext cx="567427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Track the everyday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60229" y="949551"/>
            <a:ext cx="567427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Record habits across travel, electricity, food, water, and waste.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545" y="2842407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60229" y="2852706"/>
            <a:ext cx="567427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See the footprint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060229" y="3334770"/>
            <a:ext cx="613146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Bring frontend footprint estimates into the same view.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2545" y="4929870"/>
            <a:ext cx="431789" cy="431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60229" y="4940169"/>
            <a:ext cx="567427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Reflect personally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060229" y="5422233"/>
            <a:ext cx="567427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Use the dashboard, profile, login, and registration interfaces to make the experience consistent.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4955357" y="2378869"/>
            <a:ext cx="7236338" cy="12700"/>
          </a:xfrm>
          <a:prstGeom prst="rect">
            <a:avLst/>
          </a:prstGeom>
          <a:solidFill>
            <a:srgbClr val="CBD4CE"/>
          </a:solidFill>
          <a:ln/>
        </p:spPr>
      </p:sp>
      <p:sp>
        <p:nvSpPr>
          <p:cNvPr id="16" name="Shape 11"/>
          <p:cNvSpPr/>
          <p:nvPr/>
        </p:nvSpPr>
        <p:spPr>
          <a:xfrm>
            <a:off x="4955357" y="4466332"/>
            <a:ext cx="7236338" cy="12700"/>
          </a:xfrm>
          <a:prstGeom prst="rect">
            <a:avLst/>
          </a:prstGeom>
          <a:solidFill>
            <a:srgbClr val="CBD4C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 · 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A simple stack with clear responsibilities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450110"/>
            <a:ext cx="1173450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Each layer has a defined role. Integration is the next milestone.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189" y="1970088"/>
            <a:ext cx="3555911" cy="2271216"/>
          </a:xfrm>
          <a:prstGeom prst="roundRect">
            <a:avLst>
              <a:gd name="adj" fmla="val 3992"/>
            </a:avLst>
          </a:prstGeom>
          <a:solidFill>
            <a:srgbClr val="FFFFFF"/>
          </a:solidFill>
          <a:ln w="25399">
            <a:solidFill>
              <a:srgbClr val="CBCFC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2224088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1182" y="2818829"/>
            <a:ext cx="3047924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Angular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11182" y="3398072"/>
            <a:ext cx="3047924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Frontend UI, pages, navigation, and activity interfaces.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7892" y="1970088"/>
            <a:ext cx="3555911" cy="2271216"/>
          </a:xfrm>
          <a:prstGeom prst="roundRect">
            <a:avLst>
              <a:gd name="adj" fmla="val 3992"/>
            </a:avLst>
          </a:prstGeom>
          <a:solidFill>
            <a:srgbClr val="FFFFFF"/>
          </a:solidFill>
          <a:ln w="25399">
            <a:solidFill>
              <a:srgbClr val="CBCFC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86" y="2224088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1886" y="2818829"/>
            <a:ext cx="3047924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Node.js + Express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571886" y="3398072"/>
            <a:ext cx="3047924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Server routes, API logic, and request handling.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178595" y="1970088"/>
            <a:ext cx="3555911" cy="2271216"/>
          </a:xfrm>
          <a:prstGeom prst="roundRect">
            <a:avLst>
              <a:gd name="adj" fmla="val 3992"/>
            </a:avLst>
          </a:prstGeom>
          <a:solidFill>
            <a:srgbClr val="FFFFFF"/>
          </a:solidFill>
          <a:ln w="25399">
            <a:solidFill>
              <a:srgbClr val="CBCFC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589" y="2224088"/>
            <a:ext cx="431789" cy="431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32589" y="2818829"/>
            <a:ext cx="3047924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MongoDB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432589" y="3398072"/>
            <a:ext cx="3047924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Intended database layer for persistent application data.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457189" y="4469904"/>
            <a:ext cx="11277318" cy="837605"/>
          </a:xfrm>
          <a:prstGeom prst="roundRect">
            <a:avLst>
              <a:gd name="adj" fmla="val 10826"/>
            </a:avLst>
          </a:prstGeom>
          <a:solidFill>
            <a:srgbClr val="D2F9F4"/>
          </a:solidFill>
          <a:ln/>
        </p:spPr>
      </p:sp>
      <p:sp>
        <p:nvSpPr>
          <p:cNvPr id="18" name="Text 13"/>
          <p:cNvSpPr/>
          <p:nvPr/>
        </p:nvSpPr>
        <p:spPr>
          <a:xfrm>
            <a:off x="673083" y="4746256"/>
            <a:ext cx="11455113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Next integration milestone:</a:t>
            </a:r>
            <a:r>
              <a:rPr lang="en-US" sz="17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show API calls and data operations connecting the three layers.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 · INTENDED BENEFITS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From daily activity to informed choices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450110"/>
            <a:ext cx="1173450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EcoTrack turns small records into a clearer moment of reflection.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941638"/>
            <a:ext cx="2657409" cy="1428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3083" y="3805238"/>
            <a:ext cx="2225619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kern="100" spc="-36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Record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73083" y="4236442"/>
            <a:ext cx="222561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Habits across five activity categories.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492" y="2617788"/>
            <a:ext cx="2657409" cy="1428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46386" y="3481388"/>
            <a:ext cx="2225619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kern="100" spc="-36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Estimate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546386" y="3912592"/>
            <a:ext cx="222561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Frontend footprint estimates.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795" y="2293938"/>
            <a:ext cx="2657409" cy="1428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19689" y="3157538"/>
            <a:ext cx="2225619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kern="100" spc="-36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Reflect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419689" y="3588742"/>
            <a:ext cx="222561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Everyday patterns become visible.</a:t>
            </a:r>
            <a:endParaRPr lang="en-US" sz="1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098" y="1970088"/>
            <a:ext cx="2657409" cy="1428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92993" y="2833688"/>
            <a:ext cx="2225619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kern="100" spc="-36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Intend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9292993" y="3264892"/>
            <a:ext cx="2225619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Set personal environmental intentions.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457189" y="5155938"/>
            <a:ext cx="11734506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These are intended benefits, not measured outcomes.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 · USER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The planned user journey is easy to follow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450110"/>
            <a:ext cx="1173450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From entry to reflection, each step has a clear next action.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726730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3505367"/>
            <a:ext cx="247643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Register or log in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815" y="2726730"/>
            <a:ext cx="539736" cy="539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90815" y="3505367"/>
            <a:ext cx="247643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Open the dashboard</a:t>
            </a:r>
            <a:endParaRPr lang="en-US" sz="1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442" y="2726730"/>
            <a:ext cx="539736" cy="539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24442" y="3505367"/>
            <a:ext cx="247643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Track an activity</a:t>
            </a:r>
            <a:endParaRPr lang="en-US" sz="1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068" y="2726730"/>
            <a:ext cx="539736" cy="539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258068" y="3505367"/>
            <a:ext cx="2476438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Review a footprint estimate</a:t>
            </a:r>
            <a:endParaRPr lang="en-US" sz="1800" dirty="0"/>
          </a:p>
        </p:txBody>
      </p:sp>
      <p:sp>
        <p:nvSpPr>
          <p:cNvPr id="13" name="Shape 7"/>
          <p:cNvSpPr/>
          <p:nvPr/>
        </p:nvSpPr>
        <p:spPr>
          <a:xfrm>
            <a:off x="457189" y="4327128"/>
            <a:ext cx="5486263" cy="1088529"/>
          </a:xfrm>
          <a:prstGeom prst="rect">
            <a:avLst/>
          </a:prstGeom>
          <a:solidFill>
            <a:srgbClr val="0A7C78"/>
          </a:solidFill>
          <a:ln/>
        </p:spPr>
      </p:sp>
      <p:sp>
        <p:nvSpPr>
          <p:cNvPr id="14" name="Text 8"/>
          <p:cNvSpPr/>
          <p:nvPr/>
        </p:nvSpPr>
        <p:spPr>
          <a:xfrm>
            <a:off x="685783" y="4489815"/>
            <a:ext cx="5029074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READY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457189" y="4971879"/>
            <a:ext cx="5486263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Frontend interfaces and calculation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6248244" y="4327128"/>
            <a:ext cx="5486263" cy="1088529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7" name="Text 11"/>
          <p:cNvSpPr/>
          <p:nvPr/>
        </p:nvSpPr>
        <p:spPr>
          <a:xfrm>
            <a:off x="6476838" y="4489815"/>
            <a:ext cx="5029074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NEXT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248244" y="4971879"/>
            <a:ext cx="5486263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Authentication, persistence, and full integration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05 · DEVELOPMENT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Build in layers. Integrate. Validate.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450110"/>
            <a:ext cx="1173450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project moves from understanding the need to checking the complete journey.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189" y="1919288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189" y="2221508"/>
            <a:ext cx="2590735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2380325"/>
            <a:ext cx="2590735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Understand requirements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52716" y="1919288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52716" y="2221508"/>
            <a:ext cx="2590735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0" name="Text 8"/>
          <p:cNvSpPr/>
          <p:nvPr/>
        </p:nvSpPr>
        <p:spPr>
          <a:xfrm>
            <a:off x="3352716" y="2380325"/>
            <a:ext cx="2590735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Plan structure and UI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48244" y="1919288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48244" y="2221508"/>
            <a:ext cx="2590735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3" name="Text 11"/>
          <p:cNvSpPr/>
          <p:nvPr/>
        </p:nvSpPr>
        <p:spPr>
          <a:xfrm>
            <a:off x="6248244" y="2380325"/>
            <a:ext cx="2590735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Build frontend pages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3771" y="1919288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3771" y="2221508"/>
            <a:ext cx="2590735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3771" y="2380325"/>
            <a:ext cx="2590735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Implement frontend carbon calculation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189" y="4105970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189" y="4408190"/>
            <a:ext cx="3555812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189" y="4567007"/>
            <a:ext cx="3555911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Develop backend and database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17892" y="4105970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06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317892" y="4408190"/>
            <a:ext cx="3555812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22" name="Text 20"/>
          <p:cNvSpPr/>
          <p:nvPr/>
        </p:nvSpPr>
        <p:spPr>
          <a:xfrm>
            <a:off x="4317892" y="4567007"/>
            <a:ext cx="3555911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Connect frontend and backend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78595" y="4105970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07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178595" y="4408190"/>
            <a:ext cx="3555812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25" name="Text 23"/>
          <p:cNvSpPr/>
          <p:nvPr/>
        </p:nvSpPr>
        <p:spPr>
          <a:xfrm>
            <a:off x="8178595" y="4567007"/>
            <a:ext cx="3555911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Validate the complete journey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189" y="6222738"/>
            <a:ext cx="11734506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Planning · developed · working · in progress · pending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06 · INTEGRATION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65147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The hard part is making the pieces work together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450110"/>
            <a:ext cx="11734506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Remaining work: reliable services, persistent data, and end-to-end checks.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1970088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2748725"/>
            <a:ext cx="5486263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API connection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189" y="3230789"/>
            <a:ext cx="5486263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Angular </a:t>
            </a:r>
            <a:r>
              <a:rPr lang="en-US" sz="17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0"/>
              </a:rPr>
              <a:t>↔</a:t>
            </a: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 Express.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3677741"/>
            <a:ext cx="215895" cy="215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189" y="4201783"/>
            <a:ext cx="5486263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Data operations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57189" y="4683847"/>
            <a:ext cx="5486263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MongoDB persistence for application data.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9" y="5124450"/>
            <a:ext cx="215895" cy="215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189" y="5648492"/>
            <a:ext cx="5486263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Authentication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457189" y="6130556"/>
            <a:ext cx="5486263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Session and user flow.</a:t>
            </a:r>
            <a:endParaRPr lang="en-US" sz="1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244" y="1970088"/>
            <a:ext cx="539736" cy="539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48244" y="2748725"/>
            <a:ext cx="5486263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Category consistency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6248244" y="3230789"/>
            <a:ext cx="5486263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Travel, electricity, food, water, and waste.</a:t>
            </a:r>
            <a:endParaRPr lang="en-US" sz="17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244" y="3671391"/>
            <a:ext cx="215895" cy="2159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48244" y="4195433"/>
            <a:ext cx="5486263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Full-journey validation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6248244" y="4677497"/>
            <a:ext cx="5486263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Check the experience from login through footprint review.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021409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07 · INTERFACE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1320276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100" spc="-68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Designed for clarity, not complexity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998762"/>
            <a:ext cx="11277318" cy="824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750"/>
              </a:spcAft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Clear navigation, readable hierarchy, and straightforward input areas guide the experience.</a:t>
            </a:r>
            <a:endParaRPr lang="en-US" sz="17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Distinct categories: travel, energy, food, water, and waste.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3051671"/>
            <a:ext cx="11277318" cy="23810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5667609"/>
            <a:ext cx="11734506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Placeholders indicate screen roles only. No application screenshots or data are fabricated.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055765"/>
            <a:ext cx="4236634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08 · THE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2363839"/>
            <a:ext cx="3779445" cy="1184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b="1" kern="100" spc="-88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EcoTrack</a:t>
            </a:r>
            <a:endParaRPr lang="en-US" sz="44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4400" b="1" kern="100" spc="-88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Group 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189" y="3767515"/>
            <a:ext cx="3779445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Shared goal: make environmental impact easier to understand.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150912" y="2459335"/>
            <a:ext cx="3367995" cy="1939230"/>
          </a:xfrm>
          <a:prstGeom prst="rect">
            <a:avLst/>
          </a:prstGeom>
          <a:solidFill>
            <a:srgbClr val="0A7C7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905" y="2713335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04905" y="3387451"/>
            <a:ext cx="2860008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[Mekala Sowmya]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395574" y="3966504"/>
            <a:ext cx="3114002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[Frontend developer]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823700" y="2459335"/>
            <a:ext cx="3367995" cy="1939230"/>
          </a:xfrm>
          <a:prstGeom prst="rect">
            <a:avLst/>
          </a:prstGeom>
          <a:solidFill>
            <a:srgbClr val="0A7C7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7693" y="2713335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077693" y="3387451"/>
            <a:ext cx="2860008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[Dharani Billa ]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9077693" y="3966504"/>
            <a:ext cx="3114002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[Frontend Developer]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14718" y="694880"/>
            <a:ext cx="2171745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kern="100" spc="6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ECOTRACK · GROUP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799388" y="1041499"/>
            <a:ext cx="9651759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b="1" kern="100" spc="-18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0"/>
              </a:rPr>
              <a:t>Thank you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371270" y="2113824"/>
            <a:ext cx="9651759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Building awareness for a more sustainable tomorrow.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69968" y="2760861"/>
            <a:ext cx="3013992" cy="756841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6" name="Text 4"/>
          <p:cNvSpPr/>
          <p:nvPr/>
        </p:nvSpPr>
        <p:spPr>
          <a:xfrm>
            <a:off x="1473163" y="2971681"/>
            <a:ext cx="2810797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Track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88752" y="2760861"/>
            <a:ext cx="3014091" cy="756841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8" name="Text 6"/>
          <p:cNvSpPr/>
          <p:nvPr/>
        </p:nvSpPr>
        <p:spPr>
          <a:xfrm>
            <a:off x="4791947" y="2971681"/>
            <a:ext cx="2810896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Understand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907636" y="2760861"/>
            <a:ext cx="3013992" cy="756841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0" name="Text 8"/>
          <p:cNvSpPr/>
          <p:nvPr/>
        </p:nvSpPr>
        <p:spPr>
          <a:xfrm>
            <a:off x="8110831" y="2971681"/>
            <a:ext cx="2810797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0"/>
              </a:rPr>
              <a:t>Improve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72402" y="3830122"/>
            <a:ext cx="3256476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Questions and answers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522</Words>
  <Application>Microsoft Office PowerPoint</Application>
  <PresentationFormat>Widescreen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Sora Bold</vt:lpstr>
      <vt:lpstr>IBM Plex Sans SemiBold</vt:lpstr>
      <vt:lpstr>Noto Color Emoji</vt:lpstr>
      <vt:lpstr>IBM Plex Sans</vt:lpstr>
      <vt:lpstr>IBM Plex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Mekala Sowmya</cp:lastModifiedBy>
  <cp:revision>2</cp:revision>
  <dcterms:created xsi:type="dcterms:W3CDTF">2026-10-24T06:55:01Z</dcterms:created>
  <dcterms:modified xsi:type="dcterms:W3CDTF">2026-10-24T07:06:31Z</dcterms:modified>
</cp:coreProperties>
</file>